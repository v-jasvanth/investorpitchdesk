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</c:v>
                </c:pt>
                <c:pt idx="1">
                  <c:v>300000</c:v>
                </c:pt>
                <c:pt idx="2">
                  <c:v>800000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FFF"/>
                </a:solidFill>
              </a:defRPr>
            </a:pPr>
            <a:r>
              <a:t>AgroLink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Connecting farmers directly to buyers through technology</a:t>
            </a:r>
          </a:p>
          <a:p/>
          <a:p>
            <a:r>
              <a:t>Powered by InvestoDeck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B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Our platform addresses a critical challenge where Our platform addresses a critical challenge where Farmers struggle to sell their crops at fair prices due to middlemen and lack of direct market access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By leveraging technology and scalable solutions, we aim to create meaningful impact for affected users.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By leveraging technology and scalable solutions, we aim to create meaningful impact for affected users.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InvestoDeck | AI Pitch Generator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BFFF"/>
                </a:solidFill>
              </a:defRPr>
            </a:pPr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Our solution introduces an innovative platform where Our solution introduces an innovative platform where Our solution introduces an innovative platform where We provide a digital platform that connects farmers directly with buyers and provides real-time pricing insights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This approach enhances efficiency, improves accessibility, and creates sustainable value for users.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This approach enhances efficiency, improves accessibility, and creates sustainable value for users.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This approach enhances efficiency, improves accessibility, and creates sustainable value for users.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InvestoDeck | AI Pitch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BFFF"/>
                </a:solidFill>
              </a:defRPr>
            </a:pPr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Small and medium scale farmers across rural regions and agricultural businesses.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InvestoDeck | AI Pitch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BFFF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We charge a commission on each transaction and offer premium subscription services for advanced analytics.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InvestoDeck | AI Pitch Generator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BFFF"/>
                </a:solidFill>
              </a:defRPr>
            </a:pPr>
            <a:r>
              <a:t>Funding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We are seeking funding to expand our platform, improve logistics, and scale operations nationwide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4B4"/>
                </a:solidFill>
              </a:defRPr>
            </a:pPr>
            <a:r>
              <a:t>InvestoDeck | AI Pitch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00BFFF"/>
                </a:solidFill>
              </a:defRPr>
            </a:pPr>
            <a:r>
              <a:t>Financial Projections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